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GRAVEYARD → UNICORN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Resurrect dead code</a:t>
            </a:r>
            <a:endParaRPr lang="en-US" sz="7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pitch-ready startups.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GitHub username. Three AI agents do the rest.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B7A99"/>
                </a:solidFill>
              </a:rPr>
              <a:t>1-Minute Pitch  •  Hackathon Demo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6167"/>
                </a:solidFill>
              </a:rPr>
              <a:t>THREE AGENTS, ONE 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repo graveyard to term sheet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Ranker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651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public repo on monetization, market size &amp; moat. Surfaces the top 10 unicorn candidates.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0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Architect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40690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competitor scan via Nimble SERP. Builds 30/60/90-day plan with pricing, ICP &amp; shortlist.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37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28800" y="49834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Twin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828800" y="5486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Stress-tests the pitch against AI personas of 12 real hackathon judges. Verdict: pass, explore, or term-sheet.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E795"/>
                </a:solidFill>
              </a:rPr>
              <a:t>THE CLOSE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signup.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flow. Graveyard → term sheet.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GTM mid-flight. Spawn a custom VC. Try it on anyone — starting with me.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3949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a username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539496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53949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Analyze all repos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160" y="539496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53949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Get the verdict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2026-05-23T20:53:21Z</dcterms:created>
  <dcterms:modified xsi:type="dcterms:W3CDTF">2026-05-23T20:53:21Z</dcterms:modified>
</cp:coreProperties>
</file>